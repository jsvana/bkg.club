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by the end of the night they will know how to build one. Tonight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we are doing tonight: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50 and 80 millimeters.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and incident number one is you, so own it: that is the whole point of the board. Each one maps to a step you just saw: pry at the right edge, heat instead of pull, and door before ribbon. If you break one tonight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now thirty members and worldwide.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Justin · N9HO</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Club meeting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Tonight</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and how you get a number.</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build night can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Tonight we do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50 mm and 80 mm,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steadiest hands in the room take the first one. Everyone else crowds around.</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50 mm and 80 mm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~50 mm)</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~80 mm)</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3035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3035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55040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55040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9729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9729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30 and recruiting</a:t>
            </a:r>
            <a:endParaRPr lang="en-US" sz="1100" dirty="0"/>
          </a:p>
        </p:txBody>
      </p:sp>
      <p:sp>
        <p:nvSpPr>
          <p:cNvPr id="12" name="Text 8"/>
          <p:cNvSpPr txBox="1"/>
          <p:nvPr/>
        </p:nvSpPr>
        <p:spPr>
          <a:xfrm>
            <a:off x="548640" y="604418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3" name="Text 9"/>
          <p:cNvSpPr txBox="1"/>
          <p:nvPr/>
        </p:nvSpPr>
        <p:spPr>
          <a:xfrm>
            <a:off x="1645920" y="604418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4" name="Shape 10"/>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5" name="Shape 11"/>
          <p:cNvSpPr/>
          <p:nvPr/>
        </p:nvSpPr>
        <p:spPr>
          <a:xfrm>
            <a:off x="4480560" y="2057400"/>
            <a:ext cx="548640" cy="548640"/>
          </a:xfrm>
          <a:prstGeom prst="ellipse">
            <a:avLst/>
          </a:prstGeom>
          <a:solidFill>
            <a:srgbClr val="D4AF37"/>
          </a:solidFill>
          <a:ln w="12700">
            <a:solidFill>
              <a:srgbClr val="D4AF37"/>
            </a:solidFill>
            <a:prstDash val="solid"/>
          </a:ln>
        </p:spPr>
      </p:sp>
      <p:pic>
        <p:nvPicPr>
          <p:cNvPr id="16"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7" name="Text 12"/>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18" name="Text 13"/>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19" name="Text 14"/>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0" name="Text 15"/>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1" name="Text 16"/>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2" name="Text 17"/>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3" name="Text 18"/>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4" name="Shape 19"/>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5" name="Shape 20"/>
          <p:cNvSpPr/>
          <p:nvPr/>
        </p:nvSpPr>
        <p:spPr>
          <a:xfrm>
            <a:off x="8336128" y="2057400"/>
            <a:ext cx="548640" cy="548640"/>
          </a:xfrm>
          <a:prstGeom prst="ellipse">
            <a:avLst/>
          </a:prstGeom>
          <a:solidFill>
            <a:srgbClr val="D4AF37"/>
          </a:solidFill>
          <a:ln w="12700">
            <a:solidFill>
              <a:srgbClr val="D4AF37"/>
            </a:solidFill>
            <a:prstDash val="solid"/>
          </a:ln>
        </p:spPr>
      </p:sp>
      <p:pic>
        <p:nvPicPr>
          <p:cNvPr id="26"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7" name="Text 21"/>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28" name="Shape 22"/>
          <p:cNvSpPr/>
          <p:nvPr/>
        </p:nvSpPr>
        <p:spPr>
          <a:xfrm>
            <a:off x="8336128" y="2807208"/>
            <a:ext cx="365760" cy="365760"/>
          </a:xfrm>
          <a:prstGeom prst="ellipse">
            <a:avLst/>
          </a:prstGeom>
          <a:solidFill>
            <a:srgbClr val="D4AF37"/>
          </a:solidFill>
          <a:ln w="12700">
            <a:solidFill>
              <a:srgbClr val="D4AF37"/>
            </a:solidFill>
            <a:prstDash val="solid"/>
          </a:ln>
        </p:spPr>
      </p:sp>
      <p:sp>
        <p:nvSpPr>
          <p:cNvPr id="29" name="Text 23"/>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0" name="Text 24"/>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1" name="Text 25"/>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2" name="Shape 26"/>
          <p:cNvSpPr/>
          <p:nvPr/>
        </p:nvSpPr>
        <p:spPr>
          <a:xfrm>
            <a:off x="8336128" y="3831336"/>
            <a:ext cx="365760" cy="365760"/>
          </a:xfrm>
          <a:prstGeom prst="ellipse">
            <a:avLst/>
          </a:prstGeom>
          <a:solidFill>
            <a:srgbClr val="D4AF37"/>
          </a:solidFill>
          <a:ln w="12700">
            <a:solidFill>
              <a:srgbClr val="D4AF37"/>
            </a:solidFill>
            <a:prstDash val="solid"/>
          </a:ln>
        </p:spPr>
      </p:sp>
      <p:sp>
        <p:nvSpPr>
          <p:cNvPr id="33" name="Text 27"/>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4" name="Text 28"/>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5" name="Text 29"/>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6" name="Shape 30"/>
          <p:cNvSpPr/>
          <p:nvPr/>
        </p:nvSpPr>
        <p:spPr>
          <a:xfrm>
            <a:off x="8336128" y="4855464"/>
            <a:ext cx="365760" cy="365760"/>
          </a:xfrm>
          <a:prstGeom prst="ellipse">
            <a:avLst/>
          </a:prstGeom>
          <a:solidFill>
            <a:srgbClr val="D4AF37"/>
          </a:solidFill>
          <a:ln w="12700">
            <a:solidFill>
              <a:srgbClr val="D4AF37"/>
            </a:solidFill>
            <a:prstDash val="solid"/>
          </a:ln>
        </p:spPr>
      </p:sp>
      <p:sp>
        <p:nvSpPr>
          <p:cNvPr id="37" name="Text 31"/>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38" name="Text 32"/>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39" name="Text 33"/>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0" name="Text 34"/>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tonight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and downline tree</a:t>
            </a:r>
            <a:endParaRPr lang="en-US" sz="1400" dirty="0"/>
          </a:p>
        </p:txBody>
      </p:sp>
      <p:sp>
        <p:nvSpPr>
          <p:cNvPr id="26" name="Text 21"/>
          <p:cNvSpPr txBox="1"/>
          <p:nvPr/>
        </p:nvSpPr>
        <p:spPr>
          <a:xfrm>
            <a:off x="6507328"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bkg.club/tree.html</a:t>
            </a:r>
            <a:endParaRPr lang="en-US" sz="1200" dirty="0"/>
          </a:p>
        </p:txBody>
      </p:sp>
      <p:sp>
        <p:nvSpPr>
          <p:cNvPr id="27" name="Text 22"/>
          <p:cNvSpPr txBox="1"/>
          <p:nvPr/>
        </p:nvSpPr>
        <p:spPr>
          <a:xfrm>
            <a:off x="6507328"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2026-09-12T04:10:42Z</dcterms:created>
  <dcterms:modified xsi:type="dcterms:W3CDTF">2026-09-12T04:10:42Z</dcterms:modified>
</cp:coreProperties>
</file>